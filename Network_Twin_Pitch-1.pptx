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AI-Native Communication Networks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today carry traffic — they don't understand 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51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Networks: Reactive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4434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traffic blindly — no understanding of context, intent, or what's coming next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is detected only after users already feel it (dropped calls, buffering)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manual and rule-based — engineers reconfigure capacity by hand, often after complaints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events — the same stadium game or festival causes the same failure every time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high-demand event (stadiums, concerts, outages, disasters) risks visible degradation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06440" y="233172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6517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1228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Reacting Late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126480" y="3383280"/>
            <a:ext cx="4434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event example: </a:t>
            </a:r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fans arrive within 30 minutes — traffic spikes 10-15x on nearby cells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today: </a:t>
            </a:r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calls, buffering, failed UPI/ticket payments — right when users need the network most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</a:t>
            </a:r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experience at high-visibility events drives churn and complaint volume for operators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optimize reactively, after congestion is already visible to users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Can a network predict what's about to happen — and fix itself before anyone notices?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Self-Healing Network Twin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network that predicts congestion 10-15 minutes ahead and reallocates resources automatically — before users feel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87168" cy="2606040"/>
          </a:xfrm>
          <a:prstGeom prst="roundRect">
            <a:avLst>
              <a:gd name="adj" fmla="val 3309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3317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4688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0358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Simulate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364992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modeled as a live network graph with real-time load &amp; mobility patterns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43251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+ SimPy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2103120"/>
            <a:ext cx="2487168" cy="2606040"/>
          </a:xfrm>
          <a:prstGeom prst="roundRect">
            <a:avLst>
              <a:gd name="adj" fmla="val 3309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51376" y="23317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68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30358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3364992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forecasts per-cell congestion 10-15 min ahead of a demand spike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10128" y="43251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Prophet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852160" y="2103120"/>
            <a:ext cx="2487168" cy="2606040"/>
          </a:xfrm>
          <a:prstGeom prst="roundRect">
            <a:avLst>
              <a:gd name="adj" fmla="val 3309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03136" y="23317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246888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61888" y="30358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Decide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035040" y="3364992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turns forecasts into plain-language intent: shift, prioritize, reroute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961888" y="43251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rules engine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503920" y="2103120"/>
            <a:ext cx="2487168" cy="2606040"/>
          </a:xfrm>
          <a:prstGeom prst="roundRect">
            <a:avLst>
              <a:gd name="adj" fmla="val 3309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54896" y="23317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24688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13648" y="30358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Self-Heal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686800" y="3364992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auto-reallocate; failures trigger automatic re-routing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613648" y="43251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21295C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5056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822960" y="5577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predicted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happens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3566160" y="5056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3566160" y="5577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user-visible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309360" y="5056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6309360" y="5577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public/open-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tooling, no Knox APIs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9052560" y="5056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modes</a:t>
            </a:r>
            <a:endParaRPr lang="en-US" sz="2600" dirty="0"/>
          </a:p>
        </p:txBody>
      </p:sp>
      <p:sp>
        <p:nvSpPr>
          <p:cNvPr id="37" name="Text 31"/>
          <p:cNvSpPr/>
          <p:nvPr/>
        </p:nvSpPr>
        <p:spPr>
          <a:xfrm>
            <a:off x="9052560" y="5577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AI-Optimized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demo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simulated time toward the stadium event; predicted-congestion heatmap lights up red, then the agent resolves it live before impact.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to Samsung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extends Samsung's existing network &amp; device intelligence stack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48640" cy="548640"/>
          </a:xfrm>
          <a:prstGeom prst="ellipse">
            <a:avLst/>
          </a:prstGeom>
          <a:solidFill>
            <a:srgbClr val="5FC9C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Networks Business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1363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ships live 5G RAN, vRAN &amp; core software to operators worldwide, with 6G R&amp;D underway. Autonomous, self-healing, intent-based networks are an explicit roadmap priority — this prototype demonstrates the decision-intelligence layer that sits above Samsung's radio and core products.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1879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Network Automation, Autonomous Networks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947672"/>
            <a:ext cx="548640" cy="548640"/>
          </a:xfrm>
          <a:prstGeom prst="ellipse">
            <a:avLst/>
          </a:prstGeom>
          <a:solidFill>
            <a:srgbClr val="5FC9C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AI &amp; On-Device Trust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99432" y="31363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design philosophy behind Knox Vault, KEEP and the Personal Data Engine: predictive intelligence that acts before the user notices a problem, with clear, explainable reasoning behind every automated action.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99432" y="41879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Agentic AI, Trusted Systems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01584" y="169164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1947672"/>
            <a:ext cx="548640" cy="548640"/>
          </a:xfrm>
          <a:prstGeom prst="ellipse">
            <a:avLst/>
          </a:prstGeom>
          <a:solidFill>
            <a:srgbClr val="5FC9C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084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R&amp;D Institute Bangalore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75904" y="31363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SRI-B runs deep network-software, systems, and AI/ML teams. This is a natural weekend-scale extension of ongoing autonomous-network and 5G/6G research already happening here — reusable beyond the hackathon.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375904" y="41879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SRI-B network &amp; AI charter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749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4846320"/>
            <a:ext cx="9829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judges should care: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nearly every listed technology — Network Automation, Agentic AI, Data Analytics, Autonomous Networks, Self-Healing Systems, Intent-Based Networks — in one working demo, built entirely on open tooling with no internal Samsung API dependency.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· Theme 3 — AI-Native Communication Networks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Self-Healing Network Twin</dc:title>
  <dc:subject>PptxGenJS Presentation</dc:subject>
  <dc:creator>Samsung R&amp;D Hackathon</dc:creator>
  <cp:lastModifiedBy>Samsung R&amp;D Hackathon</cp:lastModifiedBy>
  <cp:revision>1</cp:revision>
  <dcterms:created xsi:type="dcterms:W3CDTF">2026-07-02T09:20:58Z</dcterms:created>
  <dcterms:modified xsi:type="dcterms:W3CDTF">2026-07-02T09:20:58Z</dcterms:modified>
</cp:coreProperties>
</file>